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Studio session. Warm-up: Map Your Morning — With No Rules. Do not lecture past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once. Do not elaborate on the slide — elaborate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for the whole making phase. It is the only slide that needs to stay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runs short, cut the input — never the pitch. The pitch is how CO 109.2 is attained.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nb109-creativity-and-innovations/visuals/unit2_mind_mapp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521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06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87452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 Mapping — Buzan's Laws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1148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· Mind Mapping and Creative Thinking Techniques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4800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minutes · studio · COs 109.4, 109.2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IDEA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9692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list hides relationships. A Buzan map shows them — and the laws are what make the difference between a map and a doodle.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3502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Radiant thinking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brain does not store in lines; it radiates from a centre. A map on paper copies that shape, which is why recall improves.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6674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laws of emphasis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20624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 image, not a word. Three colours minimum in that image. Branch thickness heaviest at the centre and thinning outward. Varying letter size.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IT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3502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laws of clarity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key word per line. Print, do not join up. The word sits on the line. Line length equals word length. Curved branches, never straight rulered ones. Paper landscape.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6674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Ordering Ideas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20624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branches off the centre are your BOIs — the four to seven big buckets. Get those right and the rest of the map organises itself.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WILL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a Buzan-compliant map of your anchor enterprise, twice.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or Hindi · 60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CLOSE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384048" cy="384048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7320" y="1463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920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minutes. The person, the stuck, the idea, the picture, the ask.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28346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Critique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2918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like… / I wish… / What if… — the idea, never the person.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2519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17320" y="4206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log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663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Silent. Box 4 is the one you read again in week 15.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 — Mind Mapping — Buzan's Laws</dc:title>
  <dc:subject>PptxGenJS Presentation</dc:subject>
  <dc:creator>MANB109</dc:creator>
  <cp:lastModifiedBy>MANB109</cp:lastModifiedBy>
  <cp:revision>1</cp:revision>
  <dcterms:created xsi:type="dcterms:W3CDTF">2026-09-04T13:42:37Z</dcterms:created>
  <dcterms:modified xsi:type="dcterms:W3CDTF">2026-09-04T13:42:37Z</dcterms:modified>
</cp:coreProperties>
</file>