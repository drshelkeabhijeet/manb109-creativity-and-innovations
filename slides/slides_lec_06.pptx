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Map Your Morning — With No Rules.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nb109-creativity-and-innovations/visuals/unit2_mind_map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521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06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7452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Mapping — Buzan's Laws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14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Mind Mapping and Creative Thinking Techniques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109.4,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 hides relationships. A Buzan map shows them — and the laws are what make the difference between a map and a doodle.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Radiant thinking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does not store in lines; it radiates from a centre. A map on paper copies that shape, which is why recall improves.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laws of emphasis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image, not a word. Three colours minimum in that image. Branch thickness heaviest at the centre and thinning outward. Varying letter size.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laws of clarity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word per line. Print, do not join up. The word sits on the line. Line length equals word length. Curved branches, never straight rulered ones. Paper landscape.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Ordering Ideas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branches off the centre are your BOIs — the four to seven big buckets. Get those right and the rest of the map organises itself.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a Buzan-compliant map of your anchor enterprise, twice.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 — Mind Mapping — Buzan's Laws</dc:title>
  <dc:subject>PptxGenJS Presentation</dc:subject>
  <dc:creator>MANB109</dc:creator>
  <cp:lastModifiedBy>MANB109</cp:lastModifiedBy>
  <cp:revision>1</cp:revision>
  <dcterms:created xsi:type="dcterms:W3CDTF">2026-09-04T14:09:35Z</dcterms:created>
  <dcterms:modified xsi:type="dcterms:W3CDTF">2026-09-04T14:09:35Z</dcterms:modified>
</cp:coreProperties>
</file>