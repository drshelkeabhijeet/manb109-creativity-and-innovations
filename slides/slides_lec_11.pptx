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Change the Chai.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nb109-creativity-and-innovations/visuals/unit3_scam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521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87452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SCAMPER — Seven Ways to Change a Thing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1148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· SCAMPER Technique for Innovation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4800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109.3,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SCAMPER is not inspiration. It is seven questions asked in order, and it works even on a day when you feel like you have no ideas.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seven prompts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Substitute, Combine, Adapt, Modify, Put to another use, Eliminate, Rearrange.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matters less than completeness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all seven badly beats running two well — the value is in coverage.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Eliminate is the most productive and the least used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add. Removing is where the surprises are.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before you judge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all seven rows first. Evaluate afterwards, never during.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all seven prompts on a physical object in this room, then on one you chose.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 — SCAMPER — Seven Ways to Change a Thing</dc:title>
  <dc:subject>PptxGenJS Presentation</dc:subject>
  <dc:creator>MANB109</dc:creator>
  <cp:lastModifiedBy>MANB109</cp:lastModifiedBy>
  <cp:revision>1</cp:revision>
  <dcterms:created xsi:type="dcterms:W3CDTF">2026-09-04T14:09:35Z</dcterms:created>
  <dcterms:modified xsi:type="dcterms:W3CDTF">2026-09-04T14:09:35Z</dcterms:modified>
</cp:coreProperties>
</file>