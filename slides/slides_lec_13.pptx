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Rapid Combine.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SCAMPER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SCAMPER Technique for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109.3,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prompts in silence first, then talk. Reverse that order and the loudest person's grid becomes the team's grid.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first, always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fills the whole grid alone before anyone speaks.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merge, prompt by prompt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Substitute rows before anyone touches Combine.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Disagreement means the row is alive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answers on one prompt is better than four identical ones.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problem carefully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specific, and one nobody at the table has already solved.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in groups, apply SCAMPER to a real-world business or tech problem.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13 — Team SCAMPER</dc:title>
  <dc:subject>PptxGenJS Presentation</dc:subject>
  <dc:creator>MANB109</dc:creator>
  <cp:lastModifiedBy>MANB109</cp:lastModifiedBy>
  <cp:revision>1</cp:revision>
  <dcterms:created xsi:type="dcterms:W3CDTF">2026-09-04T14:09:35Z</dcterms:created>
  <dcterms:modified xsi:type="dcterms:W3CDTF">2026-09-04T14:09:35Z</dcterms:modified>
</cp:coreProperties>
</file>