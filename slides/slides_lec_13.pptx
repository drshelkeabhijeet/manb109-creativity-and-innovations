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Studio session. Warm-up: Rapid Combine. Do not lecture past 15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once. Do not elaborate on the slide — elaborate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beats total across two slides. Fifteen minutes for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for the whole making phase. It is the only slide that needs to stay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runs short, cut the input — never the pitch. The pitch is how CO 109.2 is attained.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745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SCAMPER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SCAMPER Technique for Innovation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800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minutes · studio · COs 109.3, 109.2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IDEA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463040"/>
            <a:ext cx="9692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the prompts in silence first, then talk. Reverse that order and the loudest person's grid becomes the team's grid.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Silent first, always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member fills the whole grid alone before anyone speaks.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merge, prompt by prompt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Substitute rows before anyone touches Combine.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IT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566928" cy="56692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33502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Disagreement means the row is alive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187452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answers on one prompt is better than four identical ones.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22960" y="3703320"/>
            <a:ext cx="566928" cy="56692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033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3666744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the problem carefully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4206240"/>
            <a:ext cx="9418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specific, and one nobody at the table has already solved.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0515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WILL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in groups, apply SCAMPER to a real-world business or tech problem.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Marathi or Hindi · 60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CLOSE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822960" y="1508760"/>
            <a:ext cx="384048" cy="384048"/>
          </a:xfrm>
          <a:prstGeom prst="ellipse">
            <a:avLst/>
          </a:prstGeom>
          <a:solidFill>
            <a:srgbClr val="C1440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17320" y="1463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Pitch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9202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minutes. The person, the stuck, the idea, the picture, the ask.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803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17320" y="28346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Critique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32918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like… / I wish… / What if… — the idea, never the person.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251960"/>
            <a:ext cx="384048" cy="384048"/>
          </a:xfrm>
          <a:prstGeom prst="ellipse">
            <a:avLst/>
          </a:prstGeom>
          <a:solidFill>
            <a:srgbClr val="1F3A5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417320" y="42062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log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46634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Silent. Box 4 is the one you read again in week 15.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13 — Team SCAMPER</dc:title>
  <dc:subject>PptxGenJS Presentation</dc:subject>
  <dc:creator>MANB109</dc:creator>
  <cp:lastModifiedBy>MANB109</cp:lastModifiedBy>
  <cp:revision>1</cp:revision>
  <dcterms:created xsi:type="dcterms:W3CDTF">2026-09-04T13:42:37Z</dcterms:created>
  <dcterms:modified xsi:type="dcterms:W3CDTF">2026-09-04T13:42:37Z</dcterms:modified>
</cp:coreProperties>
</file>