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 session. Warm-up: What Must Exist. Do not lecture past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once. Do not elaborate on the slide — elaborate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for the whole making phase. It is the only slide that needs to stay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runs short, cut the input — never the pitch. The pitch is how CO 109.2 is attained.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09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a Startup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Mind Mapping and Creative Thinking Techniques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 · studio · COs 109.4, 109.2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startup is not an idea. It is a list of things that must all exist at the same time.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350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components as BOIs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745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Offering, customer, channel, money, people, legal, technology. Four to seven of these become the main branches.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6674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exposes what you have not thought about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2062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branch is not a small problem; it is an unexamined one.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IT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350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 it to your anchor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745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startup is either the digital version of what your owner already does, or the adjacent thing they could start.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6674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Buzan's laws still apply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2062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image, one word per line, curved branches, landscape.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mind map for a technology startup idea, visually breaking down the components needed to launch it.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Prescribed syllabus activity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 ·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minutes. The person, the stuck, the idea, the picture, the ask.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like… / I wish… / What if… — the idea, never the person.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206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log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Silent. Box 4 is the one you read again in week 15.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9 — Mapping a Startup</dc:title>
  <dc:subject>PptxGenJS Presentation</dc:subject>
  <dc:creator>MANB109</dc:creator>
  <cp:lastModifiedBy>MANB109</cp:lastModifiedBy>
  <cp:revision>1</cp:revision>
  <dcterms:created xsi:type="dcterms:W3CDTF">2026-09-04T13:42:37Z</dcterms:created>
  <dcterms:modified xsi:type="dcterms:W3CDTF">2026-09-04T13:42:37Z</dcterms:modified>
</cp:coreProperties>
</file>