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The Silent Map.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Mind Mapping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Mind Mapping and Creative Thinking Techniques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109.4,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 who knows least about your business will draw the branch you cannot see.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Buzan's group sequence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maps first, silently. Only then a shared map. Reversing the order lets one voice set the BOIs for everyone.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Outsiders are the asset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teammates have never met your owner. Their ignorance is why they will ask the branch you stopped asking.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Disagreement is data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putting the same idea on different branches means the structure is not settled — that is worth more than agreement.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scribe, rotating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talks, one draws, and the drawer changes each round.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 maps each member's anchor in turn. You are the outsider three times and the owner once.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 — Collaborative Mind Mapping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