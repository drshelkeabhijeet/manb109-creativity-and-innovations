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30 Circles.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Creative Process, Start to Finish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Creativity and Innovation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109.1,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good idea is not the hard part. The hard part is everything that happens after it.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stages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Preparation, incubation, illumination, verification, implementation. Illumination is the one everybody romanticises and the one that takes the least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Incubation is real work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that arrives in the bus is paid for by the two hours you spent stuck the day before.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ideas actually die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gaps: between illumination and verification (no cheap way to test), and between verification and implementation (it works, nobody does it).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Locating the stall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anchor's owner is stuck at exactly one of these stages. Naming which one is today's work.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out which stage your anchor's owner is stuck at, and write the problem in one sentence you could act on.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— The Creative Process, Start to Finish</dc:title>
  <dc:subject>PptxGenJS Presentation</dc:subject>
  <dc:creator>MANB109</dc:creator>
  <cp:lastModifiedBy>MANB109</cp:lastModifiedBy>
  <cp:revision>1</cp:revision>
  <dcterms:created xsi:type="dcterms:W3CDTF">2026-09-04T14:09:34Z</dcterms:created>
  <dcterms:modified xsi:type="dcterms:W3CDTF">2026-09-04T14:09:34Z</dcterms:modified>
</cp:coreProperties>
</file>