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session. Warm-up: 30 Circles. Do not lecture past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once. Do not elaborate on the slide — elaborate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the whole making phase. It is the only slide that needs to stay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runs short, cut the input — never the pitch. The pitch is how CO 109.2 is attained.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Process, Start to Finish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Foundations of Creativity and Innovation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· studio · COs 109.1, 109.2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9692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good idea is not the hard part. The hard part is everything that happens after it.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stages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Preparation, incubation, illumination, verification, implementation. Illumination is the one everybody romanticises and the one that takes the least time.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Incubation is real work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that arrives in the bus is paid for by the two hours you spent stuck the day before.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IT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ideas actually die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gaps: between illumination and verification (no cheap way to test), and between verification and implementation (it works, nobody does it).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Locating the stall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anchor's owner is stuck at exactly one of these stages. Naming which one is today's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out which stage your anchor's owner is stuck at, and write the problem in one sentence you could act on.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or Hindi · 60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CLOSE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384048" cy="384048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1463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920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minutes. The person, the stuck, the idea, the picture, the ask.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834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29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like… / I wish… / What if… — the idea, never the person.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2519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17320" y="4206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log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663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Silent. Box 4 is the one you read again in week 15.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 — The Creative Process, Start to Finish</dc:title>
  <dc:subject>PptxGenJS Presentation</dc:subject>
  <dc:creator>MANB109</dc:creator>
  <cp:lastModifiedBy>MANB109</cp:lastModifiedBy>
  <cp:revision>1</cp:revision>
  <dcterms:created xsi:type="dcterms:W3CDTF">2026-09-04T13:42:37Z</dcterms:created>
  <dcterms:modified xsi:type="dcterms:W3CDTF">2026-09-04T13:42:37Z</dcterms:modified>
</cp:coreProperties>
</file>