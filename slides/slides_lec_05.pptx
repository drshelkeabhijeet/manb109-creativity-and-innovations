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Kill Your Darling.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Many Ideas to One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Creativity and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109.1,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is harder than generating, and it is where most student projects quietly fail.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have more ideas than time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sessions of material. That is the good problem.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in order: can the owner actuall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do this? Can they start this month? With what they already have?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idea that fails any of the three is not a bad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idea — it is a later idea. Write it down and set it aside.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to Session 15 you are developing one idea, not keeping five alive.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single idea you will carry to the end of the semester, and write the case for it in five sentences.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— From Many Ideas to One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