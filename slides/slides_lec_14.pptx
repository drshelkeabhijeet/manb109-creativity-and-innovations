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Six Seconds.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SCAMPER Product Redesign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SCAMPER Technique for Innovation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109.3,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redesign is not a new coat of paint. It is deciding what the thing is for, and removing what does not serve that.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 is a tech product — an app or a website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anchor's front door from Session 4, or a product everyone at the table uses.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seven prompts, as a team, silent first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 as last session.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 carries this session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board — most abandonment reasons are about too much, not too little.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 something visible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drawn screen, not a description.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apply SCAMPER to redesign or enhance a tech product (for example, a mobile app or website).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syllabus activity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14 — Team SCAMPER Product Redesign</dc:title>
  <dc:subject>PptxGenJS Presentation</dc:subject>
  <dc:creator>MANB109</dc:creator>
  <cp:lastModifiedBy>MANB109</cp:lastModifiedBy>
  <cp:revision>1</cp:revision>
  <dcterms:created xsi:type="dcterms:W3CDTF">2026-09-04T13:42:37Z</dcterms:created>
  <dcterms:modified xsi:type="dcterms:W3CDTF">2026-09-04T13:42:37Z</dcterms:modified>
</cp:coreProperties>
</file>