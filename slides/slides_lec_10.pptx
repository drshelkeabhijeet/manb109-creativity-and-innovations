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Studio session. Warm-up: Read a Stranger's Map. Do not lecture past 15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once. Do not elaborate on the slide — elaborate out loud.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beats total across two slides. Fifteen minutes for all of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slide up for the whole making phase. It is the only slide that needs to stay visible.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time runs short, cut the input — never the pitch. The pitch is how CO 109.2 is attained.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371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10</a:t>
            </a:r>
            <a:endParaRPr lang="en-US" sz="15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874520"/>
            <a:ext cx="105156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a Map — What It Tells You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D4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2 · Mind Mapping and Creative Thinking Techniques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4800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 minutes · studio · COs 109.4, 109.2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IDEA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463040"/>
            <a:ext cx="9692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map is a picture of your attention. The empty side of the page is the finding.</a:t>
            </a:r>
            <a:endParaRPr lang="en-US" sz="3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Density shows where you have been thinking, not 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business needs work.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sparse branch is a question, not a gap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means you have not looked there.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640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 WITH IT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691640"/>
            <a:ext cx="566928" cy="56692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691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600200" y="1655064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missing branch is the blind spot — the BOI y</a:t>
            </a:r>
            <a:endParaRPr lang="en-US" sz="21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2194560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 never drew at all.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087368"/>
            <a:ext cx="566928" cy="566928"/>
          </a:xfrm>
          <a:prstGeom prst="ellipse">
            <a:avLst/>
          </a:prstGeom>
          <a:solidFill>
            <a:srgbClr val="D9A44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40873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600200" y="4050792"/>
            <a:ext cx="9418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Buzan's numerical order</a:t>
            </a:r>
            <a:endParaRPr lang="en-US" sz="21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4590288"/>
            <a:ext cx="9418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your BOIs by importance and the map becomes an agenda.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10515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D9A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YOU WILL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1737360"/>
            <a:ext cx="10058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7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Diagnose your own maps: where has your attention been, and what have you avoided?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8463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6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 or Hindi · 60 minutes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77724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144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CLOSE</a:t>
            </a:r>
            <a:endParaRPr lang="en-US" sz="1400" dirty="0"/>
          </a:p>
        </p:txBody>
      </p:sp>
      <p:sp>
        <p:nvSpPr>
          <p:cNvPr id="3" name="Shape 1"/>
          <p:cNvSpPr/>
          <p:nvPr/>
        </p:nvSpPr>
        <p:spPr>
          <a:xfrm>
            <a:off x="822960" y="1508760"/>
            <a:ext cx="384048" cy="384048"/>
          </a:xfrm>
          <a:prstGeom prst="ellipse">
            <a:avLst/>
          </a:prstGeom>
          <a:solidFill>
            <a:srgbClr val="C1440E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417320" y="14630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Pitch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minutes. The person, the stuck, the idea, the picture, the ask.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22960" y="28803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417320" y="28346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Critique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2918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like… / I wish… / What if… — the idea, never the person.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22960" y="4251960"/>
            <a:ext cx="384048" cy="384048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417320" y="420624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Idea log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466344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page. Silent. Box 4 is the one you read again in week 15.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Session 10 — Reading a Map — What It Tells You</dc:title>
  <dc:subject>PptxGenJS Presentation</dc:subject>
  <dc:creator>MANB109</dc:creator>
  <cp:lastModifiedBy>MANB109</cp:lastModifiedBy>
  <cp:revision>1</cp:revision>
  <dcterms:created xsi:type="dcterms:W3CDTF">2026-09-04T14:09:35Z</dcterms:created>
  <dcterms:modified xsi:type="dcterms:W3CDTF">2026-09-04T14:09:35Z</dcterms:modified>
</cp:coreProperties>
</file>