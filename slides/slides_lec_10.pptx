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Read a Stranger's Map.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Map — What It Tells You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Mind Mapping and Creative Thinking Techniques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109.4,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map is a picture of your attention. The empty side of the page is the finding.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Density shows where you have been thinking, not 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business needs work.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sparse branch is a question, not a gap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you have not looked there.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branch is the blind spot — the BOI y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never drew at all.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Buzan's numerical order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your BOIs by importance and the map becomes an agenda.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your own maps: where has your attention been, and what have you avoided?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 — Reading a Map — What It Tells You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