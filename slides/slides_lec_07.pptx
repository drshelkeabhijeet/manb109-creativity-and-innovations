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Map Something Complicated.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to Break a Problem Down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Mind Mapping and Creative Thinking Techniques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109.4,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act on 'sales are down'. You can act on 'nobody within two streets knows we deliver'.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centre changes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session the centre was the business. Today it is the problem — the sentence you wrote in Session 2.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BOIs become causes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 seven candidate reasons this problem exists. Not solutions yet.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splitting until it is small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you can act on this week without permission or money.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problems are three small problems wearing o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big name.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one anchor problem until you reach a leaf you could act on this week.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 — Mapping to Break a Problem Down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