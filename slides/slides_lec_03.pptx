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Studio session. Warm-up: Forced Connection. Do not lecture past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once. Do not elaborate on the slide — elaborate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for the whole making phase. It is the only slide that needs to stay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runs short, cut the input — never the pitch. The pitch is how CO 109.2 is attained.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03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Breaking the Blocks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Foundations of Creativity and Innovation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minutes · studio · COs 109.1, 109.2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IDEA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9692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business runs on assumptions nobody has questioned in years. Your job is to find one and turn it upside down.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3502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Assumptions are invisible from inside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 cannot see them because they are the water. You can, because you arrived last week.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6674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Reversal, not criticism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20624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'Customers want low prices' becomes 'what if they wanted high prices?' — you are not saying the owner is wrong, you are testing whether the rule is load-bearing.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IT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3502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reversals fail, and that is fine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will be nonsense. The tenth reorganises the business.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6674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that scares you is the signal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20624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reversal makes you uncomfortable, it is touching something real.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WILL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 ten things your anchor's owner believes must be true. Then turn each one upside down.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or Hindi · 60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CLOSE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384048" cy="384048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7320" y="1463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920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minutes. The person, the stuck, the idea, the picture, the ask.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28346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Critique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2918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like… / I wish… / What if… — the idea, never the person.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2519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17320" y="4206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log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663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Silent. Box 4 is the one you read again in week 15.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 — Breaking the Blocks</dc:title>
  <dc:subject>PptxGenJS Presentation</dc:subject>
  <dc:creator>MANB109</dc:creator>
  <cp:lastModifiedBy>MANB109</cp:lastModifiedBy>
  <cp:revision>1</cp:revision>
  <dcterms:created xsi:type="dcterms:W3CDTF">2026-09-04T13:42:37Z</dcterms:created>
  <dcterms:modified xsi:type="dcterms:W3CDTF">2026-09-04T13:42:37Z</dcterms:modified>
</cp:coreProperties>
</file>