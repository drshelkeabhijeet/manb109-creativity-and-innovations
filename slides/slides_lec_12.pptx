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Studio session. Warm-up: What Could They Stop Doing. Do not lecture past 15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 once. Do not elaborate on the slide — elaborate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beats total across two slides. Fifteen minutes for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beats total across two slides. Fifteen minutes for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 for the whole making phase. It is the only slide that needs to stay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time runs short, cut the input — never the pitch. The pitch is how CO 109.2 is attained.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12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7452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SCAMPER for Product Improvement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14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SCAMPER Technique for Innovation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800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minutes · studio · COs 109.3, 109.2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IDEA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9692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0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improvements are additions. The best ones are usually subtractions.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65506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object today is your anchor's own offering —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19456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thing they sell, exactly as they sell it now.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087368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087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405079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seven prompts, in order, no skipping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4590288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you want to skip is the one carrying your blind spot.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WITH IT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65506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against the Session 5 questions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19456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owner do it, this month, with what they have?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087368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087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405079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Eliminate again, harder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4590288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business do out of habit rather than need?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51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WILL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all seven SCAMPER prompts against your anchor's own offering.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 or Hindi · 60 minutes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CLOSE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384048" cy="38404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17320" y="1463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Pitch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920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minutes. The person, the stuck, the idea, the picture, the ask.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384048" cy="38404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" y="28346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Critique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2918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like… / I wish… / What if… — the idea, never the person.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251960"/>
            <a:ext cx="384048" cy="38404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17320" y="42062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log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4663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page. Silent. Box 4 is the one you read again in week 15.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12 — SCAMPER for Product Improvement</dc:title>
  <dc:subject>PptxGenJS Presentation</dc:subject>
  <dc:creator>MANB109</dc:creator>
  <cp:lastModifiedBy>MANB109</cp:lastModifiedBy>
  <cp:revision>1</cp:revision>
  <dcterms:created xsi:type="dcterms:W3CDTF">2026-09-04T14:09:35Z</dcterms:created>
  <dcterms:modified xsi:type="dcterms:W3CDTF">2026-09-04T14:09:35Z</dcterms:modified>
</cp:coreProperties>
</file>