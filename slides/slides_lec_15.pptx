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Read Yourself From Week One.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Pitch and the Look-Back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· SCAMPER Technique for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109.2, 109.3, 109.4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owe the owner an answer, not a report.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business — you. Fifteen weeks ago you asked different questions.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hand-back is short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in the owner's language, saying what you saw and what you would do first.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3350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jargon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word from this course appears in the hand-back. No SCAMPER, no BOI, no mind map.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6674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recommendation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20624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five. The one you would stand behind if they did it and it failed.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your portfolio and write the one-page hand-back you will give your owner.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15 — Final Pitch and the Look-Back</dc:title>
  <dc:subject>PptxGenJS Presentation</dc:subject>
  <dc:creator>MANB109</dc:creator>
  <cp:lastModifiedBy>MANB109</cp:lastModifiedBy>
  <cp:revision>1</cp:revision>
  <dcterms:created xsi:type="dcterms:W3CDTF">2026-09-04T13:42:37Z</dcterms:created>
  <dcterms:modified xsi:type="dcterms:W3CDTF">2026-09-04T13:42:37Z</dcterms:modified>
</cp:coreProperties>
</file>