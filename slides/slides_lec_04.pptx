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Studio session. Warm-up: The Worst Website. Do not lecture past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once. Do not elaborate on the slide — elaborate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for the whole making phase. It is the only slide that needs to stay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runs short, cut the input — never the pitch. The pitch is how CO 109.2 is attained.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04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Redesigning the Digital Front Door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Creativity and Innovation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minutes · studio · COs 109.1, 109.2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9692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customer's first contact with this business is already digital, whether the owner designed it or not.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33502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front door is rarely a website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7452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most businesses here it is a WhatsApp number, a Google Maps pin, or a photo someone else uploaded.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66674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exists already, unmanaged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20624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your anchor right now — whatever comes up is the front door, including nothing at all.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IT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33502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Redesign means the whole first contact, not a ho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7452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mepage: what a customer sees, how they ask, how they pay, how they come back.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66674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 beats impressive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20624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 Google listing with photos and real hours outperforms a website nobody visits.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Brainstorm ideas to redesign a basic mobile app or website and create a creative solution — for your anchor's own digital front door.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Prescribed syllabus activity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or Hindi · 60 minutes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1463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920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minutes. The person, the stuck, the idea, the picture, the ask.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2834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like… / I wish… / What if… — the idea, never the person.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4206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log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663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Silent. Box 4 is the one you read again in week 15.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4 — Redesigning the Digital Front Door</dc:title>
  <dc:subject>PptxGenJS Presentation</dc:subject>
  <dc:creator>MANB109</dc:creator>
  <cp:lastModifiedBy>MANB109</cp:lastModifiedBy>
  <cp:revision>1</cp:revision>
  <dcterms:created xsi:type="dcterms:W3CDTF">2026-09-04T13:42:37Z</dcterms:created>
  <dcterms:modified xsi:type="dcterms:W3CDTF">2026-09-04T13:42:37Z</dcterms:modified>
</cp:coreProperties>
</file>