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The Worst Possible Idea.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nb109-creativity-and-innovations/visuals/unit1_found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521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01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87452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Creativity Is, and Why Your Ideas Get Stuck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114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Creativity and Innovation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109.1,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Creativity is having ideas. Innovation is an idea that actually reaches somebody. This course is about getting from the first to the second.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distinction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 stall owner invents a new masala — that is creativity. Forty people a day buy it and come back — that is innovation.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have a lifecycle, and most die in the middle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"I thought of it" and "someone used it" there is a long gap.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barriers, none about talent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too early. Fear of looking foolish. "We have always done it this way." The expertise trap.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 predictable, so they are beatable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course.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one real business you are going to work on for the whole semester. Then write twenty questions you would need to ask its owner.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 — What Creativity Is, and Why Your Ideas Get Stuck</dc:title>
  <dc:subject>PptxGenJS Presentation</dc:subject>
  <dc:creator>MANB109</dc:creator>
  <cp:lastModifiedBy>MANB109</cp:lastModifiedBy>
  <cp:revision>1</cp:revision>
  <dcterms:created xsi:type="dcterms:W3CDTF">2026-09-04T14:09:34Z</dcterms:created>
  <dcterms:modified xsi:type="dcterms:W3CDTF">2026-09-04T14:09:34Z</dcterms:modified>
</cp:coreProperties>
</file>