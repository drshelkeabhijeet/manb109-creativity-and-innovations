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Studio session. Warm-up: The Worst Possible Idea. Do not lecture past 15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it once. Do not elaborate on the slide — elaborate out loud.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beats total across two slides. Fifteen minutes for all of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beats total across two slides. Fifteen minutes for all of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this slide up for the whole making phase. It is the only slide that needs to stay visible.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time runs short, cut the input — never the pitch. The pitch is how CO 109.2 is attained.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nb109-creativity-and-innovations/visuals/unit1_foundatio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309360" y="0"/>
            <a:ext cx="585216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1371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01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1874520"/>
            <a:ext cx="54864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Creativity Is, and Why Your Ideas Get Stuck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411480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8D4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 · Foundations of Creativity and Innovation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4800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 minutes · studio · COs 109.1, 109.2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772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IDEA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463040"/>
            <a:ext cx="96926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3000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Creativity is having ideas. Innovation is an idea that actually reaches somebody. This course is about getting from the first to the second.</a:t>
            </a:r>
            <a:endParaRPr lang="en-US" sz="3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40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566928" cy="566928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371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600200" y="1335024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distinction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1874520"/>
            <a:ext cx="9418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tea stall owner invents a new masala — that is creativity. Forty people a day buy it and come back — that is innovation.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3703320"/>
            <a:ext cx="566928" cy="566928"/>
          </a:xfrm>
          <a:prstGeom prst="ellipse">
            <a:avLst/>
          </a:prstGeom>
          <a:solidFill>
            <a:srgbClr val="D9A44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3703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600200" y="3666744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Ideas have a lifecycle, and most die in the middle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4206240"/>
            <a:ext cx="9418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 "I thought of it" and "someone used it" there is a long gap.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40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DO WITH IT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566928" cy="566928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371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600200" y="1335024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barriers, none about talent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1874520"/>
            <a:ext cx="9418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Judging too early. Fear of looking foolish. "We have always done it this way." The expertise trap.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3703320"/>
            <a:ext cx="566928" cy="566928"/>
          </a:xfrm>
          <a:prstGeom prst="ellipse">
            <a:avLst/>
          </a:prstGeom>
          <a:solidFill>
            <a:srgbClr val="D9A44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3703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600200" y="3666744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These are predictable, so they are beatable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4206240"/>
            <a:ext cx="9418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the whole course.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05156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YOU WILL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737360"/>
            <a:ext cx="10058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7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 the one real business you are going to work on for the whole semester. Then write twenty questions you would need to ask its owner.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8463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Marathi or Hindi · 60 minutes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772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CLOSE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822960" y="1508760"/>
            <a:ext cx="384048" cy="384048"/>
          </a:xfrm>
          <a:prstGeom prst="ellipse">
            <a:avLst/>
          </a:prstGeom>
          <a:solidFill>
            <a:srgbClr val="C1440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417320" y="146304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Pitch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1417320" y="192024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minutes. The person, the stuck, the idea, the picture, the ask.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22960" y="2880360"/>
            <a:ext cx="384048" cy="384048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417320" y="283464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Critique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329184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like… / I wish… / What if… — the idea, never the person.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22960" y="4251960"/>
            <a:ext cx="384048" cy="384048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417320" y="420624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Idea log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466344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page. Silent. Box 4 is the one you read again in week 15.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 — What Creativity Is, and Why Your Ideas Get Stuck</dc:title>
  <dc:subject>PptxGenJS Presentation</dc:subject>
  <dc:creator>MANB109</dc:creator>
  <cp:lastModifiedBy>MANB109</cp:lastModifiedBy>
  <cp:revision>1</cp:revision>
  <dcterms:created xsi:type="dcterms:W3CDTF">2026-09-04T13:42:37Z</dcterms:created>
  <dcterms:modified xsi:type="dcterms:W3CDTF">2026-09-04T13:42:37Z</dcterms:modified>
</cp:coreProperties>
</file>